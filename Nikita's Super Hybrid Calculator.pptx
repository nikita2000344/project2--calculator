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9" d="100"/>
          <a:sy n="49" d="100"/>
        </p:scale>
        <p:origin x="76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8275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Custom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Tushar malik</cp:lastModifiedBy>
  <cp:revision>1</cp:revision>
  <dcterms:created xsi:type="dcterms:W3CDTF">2026-05-28T15:59:40Z</dcterms:created>
  <dcterms:modified xsi:type="dcterms:W3CDTF">2026-05-28T16:04:32Z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2026-05-12T00:00:00Z</vt:filetime>
  </property>
  <property fmtid="{D5CDD505-2E9C-101B-9397-08002B2CF9AE}" pid="3" name="LastSaved">
    <vt:filetime>2026-05-28T00:00:00Z</vt:filetime>
  </property>
</Properties>
</file>